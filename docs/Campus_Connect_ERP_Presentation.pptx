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6035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🏛️ SHARAD INSTITUTE OF TECHNOLOGY COLLEGE OF ENGINEERING</a:t>
            </a:r>
          </a:p>
          <a:p>
            <a:pPr>
              <a:spcAft>
                <a:spcPts val="22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Department of Computer Science &amp; Engineering • Academic Year 2025–26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Campus Connect ERP</a:t>
            </a:r>
          </a:p>
          <a:p>
            <a:pPr>
              <a:spcAft>
                <a:spcPts val="1800"/>
              </a:spcAft>
              <a:defRPr sz="2000" b="1">
                <a:solidFill>
                  <a:srgbClr val="06B6D4"/>
                </a:solidFill>
                <a:latin typeface="Segoe UI"/>
              </a:defRPr>
            </a:pPr>
            <a:r>
              <a:t>Integrated Campus Management System</a:t>
            </a:r>
          </a:p>
          <a:p>
            <a:pPr>
              <a:spcAft>
                <a:spcPts val="24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A production-grade, centralized web application orchestrating roll-call attendance tracking, 4-tier continuous examination assessment, automated student grade card publication, and role-governed campus administration.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59436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PROJECT DOMAIN: Web Applications • Academic ERP Architecture</a:t>
            </a:r>
          </a:p>
          <a:p>
            <a:pPr>
              <a:defRPr sz="1100">
                <a:solidFill>
                  <a:srgbClr val="F1F5F9"/>
                </a:solidFill>
                <a:latin typeface="Segoe UI"/>
              </a:defRPr>
            </a:pPr>
            <a:r>
              <a:t>• Technology Stack: Python 3.11 • Flask Web Framework • PostgreSQL • SQLAlchemy 2.0 ORM</a:t>
            </a:r>
            <a:br/>
            <a:r>
              <a:t>• Developer Attribution: Ayan Mulani (Project Lead) &amp; Project Team</a:t>
            </a:r>
            <a:br/>
            <a:r>
              <a:t>• GitHub Codebase: https://github.com/ayanmulani4867-cyber/Campus-mini2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005840"/>
            <a:ext cx="4434840" cy="4983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051560"/>
            <a:ext cx="4251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AUTHENTIC LIVE SYSTEM DASHBOARD</a:t>
            </a:r>
          </a:p>
        </p:txBody>
      </p:sp>
      <p:pic>
        <p:nvPicPr>
          <p:cNvPr id="8" name="Picture 7" descr="02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463040"/>
            <a:ext cx="4160520" cy="2600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8040" y="4434840"/>
            <a:ext cx="4160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Verified System Capabilities:</a:t>
            </a:r>
          </a:p>
          <a:p>
            <a:pPr>
              <a:defRPr sz="1100">
                <a:solidFill>
                  <a:srgbClr val="06B6D4"/>
                </a:solidFill>
                <a:latin typeface="Segoe UI"/>
              </a:defRPr>
            </a:pPr>
            <a:r>
              <a:t>✔ Real-Time PostgreSQL Database Connection</a:t>
            </a:r>
            <a:br/>
            <a:r>
              <a:t>✔ 3 Roles: Administrator, Faculty, Student</a:t>
            </a:r>
            <a:br/>
            <a:r>
              <a:t>✔ Zero Mock Data: Authentic Academic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217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PROJECT MOTIVATION &amp; SCOPE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Problem Statement &amp; Measurable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Slide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Campus Connect ERP • Sharad Institute of Technology College of Engineering (SITCOE) • Live PostgreSQL Production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2120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/>
          <a:lstStyle/>
          <a:p>
            <a:pPr algn="ctr">
              <a:spcAft>
                <a:spcPts val="1400"/>
              </a:spcAft>
              <a:defRPr sz="1300" b="1">
                <a:solidFill>
                  <a:srgbClr val="DC2626"/>
                </a:solidFill>
                <a:latin typeface="Segoe UI"/>
              </a:defRPr>
            </a:pPr>
            <a:r>
              <a:t>🚨 OPERATIONAL CHALLENGES IN CAMPUS ADMINISTRATION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• Fragmented Academic Records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Student profiles, course enrollments, and department lists reside in disconnected offline registers and spreadsheets, causing data inconsistency and synchronization bottlenecks.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• Laborious Attendance Tracking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Manual classroom roll-calls require extensive paperwork, leading to delayed computation of attendance percentages and late identification of attendance shortages.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• Disjoint Examination Scoring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Multi-tier assessments (CA1, CA2, Mid-Sem, End-Sem) lack centralized tabulation, resulting in manual calculation errors and delayed publication of official student grade cards.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• Absence of Role-Based Governance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Without strict Role-Based Access Control (RBAC), administrative privileges, faculty grading sheets, and student academic reports are not securely compartmentalized.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08760"/>
            <a:ext cx="52120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/>
          <a:lstStyle/>
          <a:p>
            <a:pPr algn="ctr">
              <a:spcAft>
                <a:spcPts val="14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🎯 CAMPUS CONNECT ERP OBJECTIVES &amp; SOLUTIONS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Centralized Relational Database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Establish a unified PostgreSQL database via SQLAlchemy 2.0 ORM, integrating Students, Faculty, Courses, and Departments with zero reliance on placeholder demo data.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Real-Time Attendance Ledger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Digitize classroom roll-call with live attendance score computation, subject-wise breakdown, and automatic flagging of students falling below the mandatory 75% board threshold.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Unified 4-Tier Assessment Engine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Equip faculty with structured grading sheets for CA1 (20), CA2 (20), Mid-Sem (30), and End-Sem (70), featuring review submission and automated SGPA/CGPA grade card generation.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Strict Role-Based Access Control (RBAC)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Enforce token-based session verification and server-side route guards across Administrators, Faculty, and Students to safeguard individual academic records and system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TECHNICAL SPECIFICATION &amp; FLOW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System Architecture &amp; Verified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Slide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Campus Connect ERP • Sharad Institute of Technology College of Engineering (SITCOE) • Live PostgreSQL Production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2918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3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01 • PRESENTATION TIER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Client Browser Interface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Responsive HTML5, Vanilla CSS3 (Custom Theme), Vanilla JavaScript (ES6 Fetch Client)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011680"/>
            <a:ext cx="4206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1508760"/>
            <a:ext cx="32918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3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02 • APPLICATION TIER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Python Flask REST Backend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Application Factory Pattern, Blueprint Routes (Auth, Users, Attendance, Results), RBAC Decorators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5824" y="2011680"/>
            <a:ext cx="4206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6448" y="1508760"/>
            <a:ext cx="32918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3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03 • PERSISTENCE TIER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PostgreSQL Cloud Database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SQLAlchemy 2.0 ORM, Alembic Migrations, Declarative Models, Connection Pooling, Zero Mock Fallback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46120"/>
            <a:ext cx="2514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251460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FRONTEND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822191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Semantic Web UI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HTML5 Semantic UI: Clean document layout built for accessibility.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Vanilla CSS3 Tokens: Slate &amp; navy academic palette; zero framework bloat.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Vanilla JavaScript (ES6): Native fetch API client handling dynamic DOM updates.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Multi-Tab Isolation: Session token isolation preventing accidental logouts.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5576" y="3246120"/>
            <a:ext cx="2514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65576" y="3246120"/>
            <a:ext cx="25146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5576" y="3291840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BACKEND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3822191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Python Flask Engine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Python 3.11 Runtime: High execution speed and modern async support.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Application Factory: Modular create_app() design with clean configuration.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Modular Blueprints: Separation of concerns: auth, users, attendance, results.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PBKDF2 Security: Salted password hashing with Werkzeug security utilities.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3246120"/>
            <a:ext cx="2514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246120"/>
            <a:ext cx="25146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3291840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DATABASE &amp; 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22191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PostgreSQL &amp; SQLAlchemy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PostgreSQL Database: Reliable relational cloud storage hosted on Render.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SQLAlchemy 2.0 ORM: Declarative schema models with cascade deletion rules.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Alembic Migrations: Controlled database schema upgrades and rollback safety.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Zero Mock Fallback: Every view directly queries live SQL tables.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3688" y="3246120"/>
            <a:ext cx="25146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3688" y="3246120"/>
            <a:ext cx="2514600" cy="502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3291840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DEVOPS &amp;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3822191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Production Cloud Stack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Render Web Service: Continuous deployment synced with GitHub main.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Gunicorn WSGI Server: Multi-worker WSGI server managing concurrent requests.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ProxyFix Middleware: Proper HTTPS reverse-proxy header handling.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Environment Hygiene: Isolated configuration using environment variables (.env).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CORE MANAGEMENT MODULE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Centralized Administration &amp; Campus User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Slide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Campus Connect ERP • Sharad Institute of Technology College of Engineering (SITCOE) • Live PostgreSQL Production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760720" cy="416737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user_dir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81912"/>
            <a:ext cx="5614416" cy="35090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090922"/>
            <a:ext cx="5577840" cy="512064"/>
          </a:xfrm>
          <a:prstGeom prst="rect">
            <a:avLst/>
          </a:prstGeom>
          <a:noFill/>
        </p:spPr>
        <p:txBody>
          <a:bodyPr wrap="square" tIns="36576" bIns="18288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Figure 1: Campus User Directory displaying verified SITCOE student &amp; faculty database records</a:t>
            </a:r>
          </a:p>
          <a:p>
            <a:pPr>
              <a:defRPr sz="950">
                <a:solidFill>
                  <a:srgbClr val="0891B2"/>
                </a:solidFill>
                <a:latin typeface="Segoe UI"/>
              </a:defRPr>
            </a:pPr>
            <a:r>
              <a:t>Live Relational Data: PRN 24101099, 24101005 • Faculty Code FAC-TEST-01 • Computer Science Dept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50" b="1">
                <a:solidFill>
                  <a:srgbClr val="0284C7"/>
                </a:solidFill>
                <a:latin typeface="Segoe UI"/>
              </a:defRPr>
            </a:pPr>
            <a:r>
              <a:t>⚡ Relational Schema Status: 100% Synced • 2 Students • 3 Faculty • 19 Courses • 6 Depts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508760"/>
            <a:ext cx="46634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/>
          <a:lstStyle/>
          <a:p>
            <a:pPr algn="ctr">
              <a:spcAft>
                <a:spcPts val="12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🏛️ VERIFIED ADMINISTRATIVE CAPABILITIES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Institutional Health &amp; KPI Metrics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The Admin Dashboard aggregates real-time metrics across SITCOE: Total Enrolled Students (2), Teaching Faculty (3), Active Courses (19), and 6 Engineering Departments with 100% operational status.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Unified Campus Member Ledger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Directly couples authentication credentials with Student and Faculty academic profiles. Eliminates orphan records and guarantees complete profile referential integrity.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Multi-Field Full-Text Search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Enables immediate member lookup by Full Name, Roll Number, PRN (e.g. 24101099, 24101005), Employee Code (FAC-TEST-01), or College Email address.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Departmental Filtering &amp; Role Governance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Filter registered campus members dynamically by Role (Admin, Faculty, Student), Department (Computer Science &amp; Engineering), Semester, Class Division, and Active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ACADEMIC WORKFLOWS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Academic Management: Attendance &amp; Examination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Slide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Campus Connect ERP • Sharad Institute of Technology College of Engineering (SITCOE) • Live PostgreSQL Production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12064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studen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81912"/>
            <a:ext cx="4974336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690872"/>
            <a:ext cx="4937760" cy="512064"/>
          </a:xfrm>
          <a:prstGeom prst="rect">
            <a:avLst/>
          </a:prstGeom>
          <a:noFill/>
        </p:spPr>
        <p:txBody>
          <a:bodyPr wrap="square" tIns="36576" bIns="18288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Figure 2: Official Published Student Grade Card (Automated SGPA &amp; CGPA Calculation)</a:t>
            </a:r>
          </a:p>
          <a:p>
            <a:pPr>
              <a:defRPr sz="950">
                <a:solidFill>
                  <a:srgbClr val="0891B2"/>
                </a:solidFill>
                <a:latin typeface="Segoe UI"/>
              </a:defRPr>
            </a:pPr>
            <a:r>
              <a:t>Verified Student: Aarav Sharma (PRN 24101099) • SGPA 8.93 (First Class) • Grade A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12064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faculty_results_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81912"/>
            <a:ext cx="4974336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690872"/>
            <a:ext cx="4937760" cy="512064"/>
          </a:xfrm>
          <a:prstGeom prst="rect">
            <a:avLst/>
          </a:prstGeom>
          <a:noFill/>
        </p:spPr>
        <p:txBody>
          <a:bodyPr wrap="square" tIns="36576" bIns="18288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Figure 3: Faculty Continuous Assessment Sheet (CA1, CA2, Mid-Sem, End-Sem)</a:t>
            </a:r>
          </a:p>
          <a:p>
            <a:pPr>
              <a:defRPr sz="950">
                <a:solidFill>
                  <a:srgbClr val="0891B2"/>
                </a:solidFill>
                <a:latin typeface="Segoe UI"/>
              </a:defRPr>
            </a:pPr>
            <a:r>
              <a:t>Workflow: CS601 Software Eng (Div A) • Marks Entry &amp; Review Submission Console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284C7"/>
                </a:solidFill>
                <a:latin typeface="Segoe UI"/>
              </a:defRPr>
            </a:pPr>
            <a:r>
              <a:t>VERIFIED ACADEMIC EVALUATION &amp; ATTENDANCE WORKFLOW: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• 4-Tier Assessment System: Faculty input raw scores for CA1 (20 pts), CA2 (20 pts), Mid-Sem (30 pts), and End-Sem (70 pts) with automated total calculation (125/100 scale).</a:t>
            </a:r>
            <a:br/>
            <a:r>
              <a:t>• Attendance Roll-Call Ledger: Course-wise session tracking (CS601, 23CS3601, 23CS3602) with automated 75% board threshold compliance monitoring.</a:t>
            </a:r>
            <a:br/>
            <a:r>
              <a:t>• Administrative Approval Workflow: Instructors save drafts and submit for review; Administrators approve and publish official, tamper-proof student grade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COLLABORATION &amp; SERVICES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Coursework Lifecycle &amp; Campus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Slide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Campus Connect ERP • Sharad Institute of Technology College of Engineering (SITCOE) • Live PostgreSQL Production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577840" cy="405307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assignments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81912"/>
            <a:ext cx="5431536" cy="33947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976622"/>
            <a:ext cx="5394960" cy="512064"/>
          </a:xfrm>
          <a:prstGeom prst="rect">
            <a:avLst/>
          </a:prstGeom>
          <a:noFill/>
        </p:spPr>
        <p:txBody>
          <a:bodyPr wrap="square" tIns="36576" bIns="18288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Figure 4: Coursework Assignment Management with submission locking &amp; evaluation queue</a:t>
            </a:r>
          </a:p>
          <a:p>
            <a:pPr>
              <a:defRPr sz="950">
                <a:solidFill>
                  <a:srgbClr val="0891B2"/>
                </a:solidFill>
                <a:latin typeface="Segoe UI"/>
              </a:defRPr>
            </a:pPr>
            <a:r>
              <a:t>Active Coursework: CS601 'Module 8 Lab Assignment on Concurrency' • 10 pts • 1 Delivered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69280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50">
                <a:solidFill>
                  <a:srgbClr val="0F172A"/>
                </a:solidFill>
                <a:latin typeface="Segoe UI"/>
              </a:defRPr>
            </a:pPr>
            <a:r>
              <a:t>📢 Campus Notice Board &amp; Cultural Events: Operates directly with PostgreSQL (zero mock data). Active event: Spring Cultural Fest 'Vibrance 2026'.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508760"/>
            <a:ext cx="48463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/>
          <a:lstStyle/>
          <a:p>
            <a:pPr algn="ctr">
              <a:spcAft>
                <a:spcPts val="14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📁 VERIFIED COLLABORATION &amp; CAMPUS SERVICES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Coursework Assignment Publishing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Faculty can create course-specific assignments (e.g. CS601 'Module 8 Lab Assignment on Concurrency') with point allocations (10 pts), assigned divisions, and strict deadlines.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Tamper-Proof Submission Locking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Students submit solutions directly through their portal. Once submitted, submissions are timestamped and locked against further modification to ensure academic integrity.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Faculty Evaluation Queue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Real-time coursework ledger displays delivered submissions (1 Completed, 1 Awaiting Evaluation), providing instructors with direct review and grading interfaces.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✔ Zero Mock Data Notice Bulletin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The campus notice board operates directly against the PostgreSQL database with zero placeholder fallbacks. Handles official announcements across Academic, Examination, and Cultural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PROJECT SYNTHESIS &amp; VIVA SUMMARY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Conclusion, Impact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Slide 7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Campus Connect ERP • Sharad Institute of Technology College of Engineering (SITCOE) • Live PostgreSQL Production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212080" cy="3886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/>
          <a:lstStyle/>
          <a:p>
            <a:pPr algn="ctr">
              <a:spcAft>
                <a:spcPts val="12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🏁 VERIFIED CAPABILITIES &amp; PRACTICAL VALUE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✔ Fully Operational Enterprise System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  Successfully delivered a working college ERP for SITCOE, verified on live PostgreSQL cloud storage with complete schema referential integrity.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✔ End-to-End Academic Digitization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  Unified attendance roll-call tracking, 4-tier continuous assessment (CA1, CA2, Mid-Sem, End-Sem), and official published grade cards within a single platform.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✔ Zero Demo/Mock Fallbacks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  Strict data integrity across all modules—every view directly queries authentic database tables with legitimate empty states.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✔ Multi-Role Security &amp; Isolation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  Robust Role-Based Access Control (RBAC) with token session isolation, preventing multi-tab session conflicts between Admin, Faculty, and Student workspaces.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5212080" cy="3886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/>
          <a:lstStyle/>
          <a:p>
            <a:pPr algn="ctr">
              <a:spcAft>
                <a:spcPts val="12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🚀 FUTURE ROADMAP &amp; PLANNED ENHANCEMENTS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★ Automated Parent SMS Alerts (Planned)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  Integrate SMS gateways (Twilio / Fast2SMS) to automatically alert parents and students when overall attendance falls below the mandatory 75% threshold.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★ Web Push Notifications (Planned)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  Implement Service Worker push notifications for urgent circulars, impending assignment deadlines, and newly published examination grade cards.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★ Academic Analytics &amp; NIRF Reports (Planned)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  Build graphical department-wise analytics, batch pass-rate distributions, and automated CSV/PDF report generators for NIRF and NAAC accreditation reviews.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★ Native Mobile Companion App (Planned)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  Develop a cross-platform mobile client (Flutter / React Native) leveraging the existing secure REST API endpoints for convenient student access on mobile devices.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532120"/>
            <a:ext cx="10698480" cy="777240"/>
          </a:xfrm>
          <a:prstGeom prst="rect">
            <a:avLst/>
          </a:prstGeom>
          <a:solidFill>
            <a:srgbClr val="0B132B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spcAft>
                <a:spcPts val="2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CAMPUS CONNECT ERP • SITCOE YADRAV • THANK YOU!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Repository: https://github.com/ayanmulani4867-cyber/Campus-mini2  •  Open for Viva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